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7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n Saifi" userId="f68381bb8f9b6fbb" providerId="LiveId" clId="{384F18D5-1A31-44A1-8067-AC122AD0441B}"/>
    <pc:docChg chg="modSld">
      <pc:chgData name="Aman Saifi" userId="f68381bb8f9b6fbb" providerId="LiveId" clId="{384F18D5-1A31-44A1-8067-AC122AD0441B}" dt="2026-05-07T13:48:15.442" v="62" actId="113"/>
      <pc:docMkLst>
        <pc:docMk/>
      </pc:docMkLst>
      <pc:sldChg chg="modSp mod">
        <pc:chgData name="Aman Saifi" userId="f68381bb8f9b6fbb" providerId="LiveId" clId="{384F18D5-1A31-44A1-8067-AC122AD0441B}" dt="2026-05-07T13:46:28.467" v="53" actId="20577"/>
        <pc:sldMkLst>
          <pc:docMk/>
          <pc:sldMk cId="0" sldId="256"/>
        </pc:sldMkLst>
        <pc:spChg chg="mod">
          <ac:chgData name="Aman Saifi" userId="f68381bb8f9b6fbb" providerId="LiveId" clId="{384F18D5-1A31-44A1-8067-AC122AD0441B}" dt="2026-05-07T13:46:28.467" v="53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Aman Saifi" userId="f68381bb8f9b6fbb" providerId="LiveId" clId="{384F18D5-1A31-44A1-8067-AC122AD0441B}" dt="2026-05-07T13:48:15.442" v="62" actId="113"/>
        <pc:sldMkLst>
          <pc:docMk/>
          <pc:sldMk cId="0" sldId="258"/>
        </pc:sldMkLst>
        <pc:spChg chg="mod">
          <ac:chgData name="Aman Saifi" userId="f68381bb8f9b6fbb" providerId="LiveId" clId="{384F18D5-1A31-44A1-8067-AC122AD0441B}" dt="2026-05-07T13:48:15.442" v="62" actId="113"/>
          <ac:spMkLst>
            <pc:docMk/>
            <pc:sldMk cId="0" sldId="258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Data Types, Variables &amp; Dataset Understanding</a:t>
            </a:r>
          </a:p>
          <a:p>
            <a:r>
              <a:rPr dirty="0"/>
              <a:t>Presented by: </a:t>
            </a:r>
            <a:r>
              <a:rPr lang="en-IN" dirty="0"/>
              <a:t>Aman Saifi</a:t>
            </a:r>
          </a:p>
          <a:p>
            <a:r>
              <a:rPr lang="en-IN" dirty="0"/>
              <a:t>Intern at: VAUTECH IT SOLUTIONS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Types, Variables &amp; Dataset Understanding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Understand different types of data</a:t>
            </a:r>
          </a:p>
          <a:p>
            <a:pPr marL="0" indent="0">
              <a:buNone/>
            </a:pPr>
            <a:r>
              <a:rPr lang="en-US" dirty="0"/>
              <a:t>• Learn about variables and datasets</a:t>
            </a:r>
          </a:p>
          <a:p>
            <a:pPr marL="0" indent="0">
              <a:buNone/>
            </a:pPr>
            <a:r>
              <a:rPr lang="en-US" dirty="0"/>
              <a:t>• Analyze dataset structure</a:t>
            </a:r>
          </a:p>
          <a:p>
            <a:pPr marL="0" indent="0">
              <a:buNone/>
            </a:pPr>
            <a:r>
              <a:rPr lang="en-US" dirty="0"/>
              <a:t>• Identify input and output variables</a:t>
            </a:r>
          </a:p>
          <a:p>
            <a:pPr marL="0" indent="0">
              <a:buNone/>
            </a:pPr>
            <a:r>
              <a:rPr lang="en-US" dirty="0"/>
              <a:t>• Perform basic dataset inspection using Python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collection</a:t>
            </a:r>
          </a:p>
          <a:p>
            <a:r>
              <a:t>Classification</a:t>
            </a:r>
          </a:p>
          <a:p>
            <a:r>
              <a:t>Variable identification</a:t>
            </a:r>
          </a:p>
          <a:p>
            <a:r>
              <a:t>Dataset analysis</a:t>
            </a:r>
          </a:p>
          <a:p>
            <a:r>
              <a:t>Use Python &amp; Pandas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Numerical</a:t>
            </a:r>
          </a:p>
          <a:p>
            <a:r>
              <a:t>Categorical</a:t>
            </a:r>
          </a:p>
          <a:p>
            <a:r>
              <a:t>Text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Independent (Input)</a:t>
            </a:r>
          </a:p>
          <a:p>
            <a:r>
              <a:t>Dependent (Output)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Brain Tumor Dataset</a:t>
            </a:r>
          </a:p>
          <a:p>
            <a:r>
              <a:t>Structured CSV</a:t>
            </a:r>
          </a:p>
          <a:p>
            <a:r>
              <a:t>Rows &amp; Columns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Columns = Features</a:t>
            </a:r>
          </a:p>
          <a:p>
            <a:r>
              <a:t>Rows = Records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</a:t>
            </a:r>
          </a:p>
          <a:p>
            <a:r>
              <a:t>Pandas</a:t>
            </a:r>
          </a:p>
          <a:p>
            <a:r>
              <a:t>Jupyter Notebook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Understood data</a:t>
            </a:r>
          </a:p>
          <a:p>
            <a:r>
              <a:t>Ready for ML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120</Words>
  <Application>Microsoft Office PowerPoint</Application>
  <PresentationFormat>On-screen Show (4:3)</PresentationFormat>
  <Paragraphs>41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Task 1</vt:lpstr>
      <vt:lpstr>Task Title</vt:lpstr>
      <vt:lpstr>Objective</vt:lpstr>
      <vt:lpstr>Working Principles</vt:lpstr>
      <vt:lpstr>Types of Data</vt:lpstr>
      <vt:lpstr>Variables</vt:lpstr>
      <vt:lpstr>Dataset Overview</vt:lpstr>
      <vt:lpstr>Dataset Structure</vt:lpstr>
      <vt:lpstr>Tools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Aman Saifi</cp:lastModifiedBy>
  <cp:revision>3</cp:revision>
  <dcterms:created xsi:type="dcterms:W3CDTF">2013-01-27T09:14:16Z</dcterms:created>
  <dcterms:modified xsi:type="dcterms:W3CDTF">2026-05-07T13:48:39Z</dcterms:modified>
  <cp:category/>
</cp:coreProperties>
</file>